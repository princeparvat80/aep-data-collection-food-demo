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Intro: Feastly is a fake food-ordering site we built purely to show how the Data Collection side works and how data arrives in AEP. Our team lives in AEP; today we look one step upstream.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 as: you already debug AEP; this gives you the vocabulary and the map of the collection side so you can triage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Emphasise the decoupling: the site is dumb; Adobe is where the shaping and routing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a reference slide. Tell people it maps to the flow: data layer -&gt; data elements -&gt; rules -&gt; web sdk -&gt; datastream -&gt; schema/identity/profile.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 = the contract. If a field is not in the schema, it will not land. Show the custom field group and the Email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datastream is where data is routed server-side. Support tip: "data not in AEP" often = AEP service missing here, or wrong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property holds extensions, data elements and rules. The embed script is what the site loads (via our Adobe Config panel).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data elements are like variables; rules are the functions that use them. 8 read the data layer, 2 are custom code (products array, identity), 1 assembles the XDM.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teaching point: the Event LISTENS for the camelCase data-layer name; the Action TYPE is the dotted XDM eventType. Mixing these up is the #1 "rule not firing"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sign-in the person is only an ECID. After sign-in the Email joins the identityMap and AEP merges the two into one profile via the identity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DevTools console live if you can. Show a purchase and expand the object so they see commerce.order, productListItems, identityMap and the attributes.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Assurance is the bridge between the browser and AEP. If it looks good here but not in AEP, the issue is datastream/dataset config, not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home turf for the team. Tie it back: the fields they see here are exactly the ones defined in the schema and populated by the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team will screenshot for their own reference. Walk the funnel top-down: browser (Assurance) → datastream → dataset →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one-liner. This is the takeaway that lets them reason about any collection issue.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inviting them to clone and try; offer to pair on wiring it to a sandbox.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3840480" cy="3840480"/>
          </a:xfrm>
          <a:prstGeom prst="ellipse">
            <a:avLst/>
          </a:prstGeom>
          <a:solidFill>
            <a:srgbClr val="FF5722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97680"/>
            <a:ext cx="2743200" cy="274320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🍔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B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Feastly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Data Collection → AEP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891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website sends streaming events, profile attributes and identity into Adobe Experience Platform — the simple, standard way.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9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 demo for the AEP Support team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SESSION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know AEP. Today we look one step upstream.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39112"/>
            <a:ext cx="640080" cy="64008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391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920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goal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920240"/>
            <a:ext cx="6519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website data is collected and shaped before it ever reaches AEP.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456432"/>
            <a:ext cx="640080" cy="64008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4564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🧩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3337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337560"/>
            <a:ext cx="6519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lives in AEP, but most "data is missing" issues start in Data Collection.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57200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873752"/>
            <a:ext cx="640080" cy="64008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8737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🛠️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payoff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4754880"/>
            <a:ext cx="6519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where to look — data layer, rules, data elements, datastream — when data is wrong or absent.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click to a profile in AEP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48056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2B232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48056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🖥️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48056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9496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clicks / views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167128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722"/>
                </a:solidFill>
              </a:rPr>
              <a:t>▸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359152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2B232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359152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359152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450592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adobeDataLayer.push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078224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722"/>
                </a:solidFill>
              </a:rPr>
              <a:t>▸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70248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2B232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70248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🏷️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270248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(Launch)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+ Data Elements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722"/>
                </a:solidFill>
              </a:rPr>
              <a:t>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81344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2B232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81344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181344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SDK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72784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sendEvent (XDM)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900416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722"/>
                </a:solidFill>
              </a:rPr>
              <a:t>▸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092440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2B2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92440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🔀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092440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routing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2926080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722"/>
                </a:solidFill>
              </a:rPr>
              <a:t>▸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003536" y="2377440"/>
            <a:ext cx="1737360" cy="1554480"/>
          </a:xfrm>
          <a:prstGeom prst="roundRect">
            <a:avLst>
              <a:gd name="adj" fmla="val 5882"/>
            </a:avLst>
          </a:prstGeom>
          <a:solidFill>
            <a:srgbClr val="FF572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03536" y="25420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☁️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10003536" y="30906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094976" y="3438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+ Profile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480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website only writes to the data layer. Everything downstream is configured in Adobe — no code changes to add or fix tracking.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most important slide — keep coming back to it.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vocabulary in one 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21408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 object (adobeDataLayer) the site pushes events into.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691640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05956" y="1810512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05956" y="2121408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in Tags (e.g. Web SDK, Client Data Layer).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770632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89504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Element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20040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"variable" that reads a value (from the data layer).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7356" y="2770632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5956" y="2889504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20040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X happens → do Y (e.g. on "purchase" → send event).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849624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968496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(XDM)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279392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agreed structure/shape of the data in AEP.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7356" y="3849624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5956" y="3968496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05956" y="4279392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config that routes Edge data to AEP (and others).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928616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47488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358384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user is — ECID (anon) + Email (known).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77356" y="4928616"/>
            <a:ext cx="5362956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05956" y="5047488"/>
            <a:ext cx="49057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505956" y="5358384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unified person in AEP: identities + attributes + events.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AEP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XDM Schema — the shape of the data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Class: ExperienceEvent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of record — a time-stamped event.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groups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SDK EE + Commerce + custom "Feastly Details".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Email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as an identity so AEP can stitch people.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→ Profile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for Profile so events build real-time profiles.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"Feastly Order Event" — show the field tree (_yourtenant.food / attributes / rating, commerce, identityMap).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DATA COLLECTION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Datastream — the routing switchboard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datastream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"Feastly Web SDK" — the server-side config.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Experience Platform service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and pointed at the Feastly dataset.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 ID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SDK sends to this ID at the Edge.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event can also go to Analytics, Target, etc.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 "Feastly Web SDK" — show the AEP service added + the Datastream ID.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DATA COLLECTION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 (Launch) property + extensions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"Feastly Web"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container for all collection logic.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 Web SDK extension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with the datastream + Org ID.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Client Data Layer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 to adobeDataLayer pushes.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→ embed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library, embed the script on the site.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property "Feastly Web" — show Extensions (Web SDK + Client Data Layer) installed.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Elements — reusable variables (11)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reads one value from the data layer, so rules stay simple and consistent.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name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33756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2044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2648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15400" y="19659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09828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33756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2044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12648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0936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915400" y="283464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098280" y="2834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productListItems*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3337560" y="370332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044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identityMap*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126480" y="370332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F3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0936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Feastly - XDM**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548640" y="49606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41782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Elements list in Tags — show the 11 "Feastly - ..." elements.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Custom Code   ** XDM Object (builds the final payload)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— one per event (13)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rule: WHEN a data-layer event fires → SEND the XDM event to the Edge.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05740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View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56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7288" y="205740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4728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86791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Menu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36208" y="205740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620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5683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15400" y="196596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25128" y="205740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25128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445752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View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269748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7899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Cart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33756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47288" y="269748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4728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86791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From Cart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2648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36208" y="269748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3620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65683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915400" y="260604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25128" y="269748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025128" y="2697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445752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4864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8368" y="333756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836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7899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Rating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333756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47288" y="333756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44728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386791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12648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36208" y="333756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23620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65683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8915400" y="32461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25128" y="333756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025128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9445752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Update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48640" y="388620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E7DE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8368" y="3977640"/>
            <a:ext cx="320040" cy="3200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977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78992" y="3886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58" name="Text 56"/>
          <p:cNvSpPr txBox="1"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59" name="Text 57"/>
          <p:cNvSpPr txBox="1"/>
          <p:nvPr/>
        </p:nvSpPr>
        <p:spPr>
          <a:xfrm>
            <a:off x="822960" y="539496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rule (e.g. "Feastly - Purchase") — show its Event (listen for "purchase") + Action (Send event, type commerce.purchases).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2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PROFILE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→ Known: how one profile forms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3A302B"/>
          </a:solidFill>
          <a:ln w="15875">
            <a:solidFill>
              <a:srgbClr val="FF57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🕶️  Anonymous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ECID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the Web SDK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97280" y="393192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3A302B"/>
          </a:solidFill>
          <a:ln w="15875">
            <a:solidFill>
              <a:srgbClr val="FF572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4114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Signed 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480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identity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846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to identityMap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200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5722"/>
                </a:solidFill>
              </a:rPr>
              <a:t>▸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5852160" y="2834640"/>
            <a:ext cx="5120640" cy="2103120"/>
          </a:xfrm>
          <a:prstGeom prst="roundRect">
            <a:avLst>
              <a:gd name="adj" fmla="val 5217"/>
            </a:avLst>
          </a:prstGeom>
          <a:solidFill>
            <a:srgbClr val="FF572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52160" y="3063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🧑‍🤝‍🧑  One AEP Profile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3566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E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graph stitches ECID ↔ Email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852160" y="3931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attributes (loyalty, diet, cuisine, city)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 event history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stitching is exactly what support debugs when "two profiles should be one."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action becomes an event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→ add to cart → checkout → purchase → rate. Each click pushes a clean event to the data layer, which the console prints.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3566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233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Feastly site — the home/menu page (the running website).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011680"/>
            <a:ext cx="5422392" cy="4206240"/>
          </a:xfrm>
          <a:prstGeom prst="roundRect">
            <a:avLst>
              <a:gd name="adj" fmla="val 1739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217920" y="3566160"/>
            <a:ext cx="5422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4023360"/>
            <a:ext cx="4873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console — the "[Feastly][dataLayer] purchase" log with the payload expanded.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Adobe Assurance — watch it 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session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Scan/enter the URL to attach the site.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chain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 event → rule fired → sendEvent.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XDM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exact payload leaving the browser.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response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200 means the Edge accepted the event.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 — the event list with a "purchase" selected, showing the XDM payload + Edge 200.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 the data in AEP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46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→ Preview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756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rows arriving in the Feastly dataset.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877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169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Batch/streaming ingestion success or failures.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→ Lookup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5818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person by Email or ECID.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57200" cy="457200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graph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599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ECID ↔ Email linked; events + attributes.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1691640"/>
            <a:ext cx="5696712" cy="4480560"/>
          </a:xfrm>
          <a:prstGeom prst="roundRect">
            <a:avLst>
              <a:gd name="adj" fmla="val 1633"/>
            </a:avLst>
          </a:prstGeom>
          <a:solidFill>
            <a:srgbClr val="F4EEEA"/>
          </a:solidFill>
          <a:ln w="15875">
            <a:solidFill>
              <a:srgbClr val="FF5722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5943600" y="3383280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📸  </a:t>
            </a:r>
            <a:pPr algn="ctr" indent="0" marL="0">
              <a:buNone/>
            </a:pPr>
            <a:r>
              <a:rPr lang="en-US" sz="1300" b="1" dirty="0">
                <a:solidFill>
                  <a:srgbClr val="E64A19"/>
                </a:solidFill>
              </a:rPr>
              <a:t>SCREENSHOT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840480"/>
            <a:ext cx="5148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 — Profile lookup showing attributes + event timeline (and the identity graph tab).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PLAYBOOK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data is missing — where to look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90195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not firing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26771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"listen for" ≠ the data-layer name (camelCase, no dots).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77356" y="173736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595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054596" y="190195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/ wrong XDM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54596" y="226771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element path typo, or field not in the schema.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31927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in AEP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8503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 missing the AEP service, or wrong dataset.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77356" y="315468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595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54596" y="331927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not stitching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54596" y="368503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 marked as an identity, or not in identityMap.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73659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at all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510235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embed not on the page / wrong environment build.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77356" y="4572000"/>
            <a:ext cx="5362956" cy="1234440"/>
          </a:xfrm>
          <a:prstGeom prst="roundRect">
            <a:avLst>
              <a:gd name="adj" fmla="val 5926"/>
            </a:avLst>
          </a:prstGeom>
          <a:solidFill>
            <a:srgbClr val="FFF3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5956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054596" y="4736592"/>
            <a:ext cx="43571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Duplicated metrics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4596" y="5102352"/>
            <a:ext cx="43571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event fired twice, or state bleeding between events.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2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MENTAL MODEL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remember one thing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website only speaks the data layer. Tags translates it to XDM, the Web SDK ships it to the datastream, and the datastream routes it to AEP.”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3A302B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 = what happened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3756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3A302B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elements = variables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3A302B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= when → send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15400" y="4114800"/>
            <a:ext cx="2606040" cy="1097280"/>
          </a:xfrm>
          <a:prstGeom prst="roundRect">
            <a:avLst>
              <a:gd name="adj" fmla="val 8333"/>
            </a:avLst>
          </a:prstGeom>
          <a:solidFill>
            <a:srgbClr val="3A302B"/>
          </a:solidFill>
          <a:ln w="12700">
            <a:solidFill>
              <a:srgbClr val="FF572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982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 = where it goes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4846320"/>
            <a:ext cx="3108960" cy="3108960"/>
          </a:xfrm>
          <a:prstGeom prst="ellipse">
            <a:avLst/>
          </a:prstGeom>
          <a:solidFill>
            <a:srgbClr val="FFF3E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097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🍔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repo, run it, then point it at your own Adobe via the ⚙ Adobe Config panel.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8686800" cy="731520"/>
          </a:xfrm>
          <a:prstGeom prst="roundRect">
            <a:avLst>
              <a:gd name="adj" fmla="val 10000"/>
            </a:avLst>
          </a:prstGeom>
          <a:solidFill>
            <a:srgbClr val="2B23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931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github.com/princeparvat80/aep-data-collection-food-demo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92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 npm install  →  npm run dev  →  http://localhost:5175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Let's open the console and trace an event together.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Feastly — Data Collection to AEP</dc:title>
  <dc:subject>PptxGenJS Presentation</dc:subject>
  <dc:creator>Feastly Demo</dc:creator>
  <cp:lastModifiedBy>Feastly Demo</cp:lastModifiedBy>
  <cp:revision>1</cp:revision>
  <dcterms:created xsi:type="dcterms:W3CDTF">2026-09-27T08:47:26Z</dcterms:created>
  <dcterms:modified xsi:type="dcterms:W3CDTF">2026-09-27T08:47:26Z</dcterms:modified>
</cp:coreProperties>
</file>