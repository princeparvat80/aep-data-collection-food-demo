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Feastly is a fake food-ordering site we built purely to show how the Data Collection side works and how data arrives in AEP. Our team lives in AEP; today we look one step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as: you already debug AEP; this gives you the vocabulary and the map of the collection side so you can triage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the decoupling: the site is dumb; Adobe is where the shaping and routing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a reference slide. Tell people it maps to the flow: data layer -&gt; data elements -&gt; rules -&gt; web sdk -&gt; datastream -&gt; schema/identity/profile.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before we look at the actual config, let us learn the vocabulary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is just a container. Everything else (extensions, data elements, rules, libraries) lives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add features. Feastly needs just two: the Web SDK (to send) and the Client Data Layer (to listen).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element = variable. Read a value from the data layer once; reuse in many rules and in the XDM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are just Event -&gt; Condition -&gt; Action. Our rules mostly skip the condition: on &lt;event&gt; -&gt; Send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Library = a shopping bag of changes. Build = compile. Then promote dev -&gt; staging -&gt; prod. We use dev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idea: one call to the Edge, fanned out server-side by the datastream. Add/remove destinations without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= the contract. If a field is not in the schema, it will not land. Show the custom field group and the Email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datastream is where data is routed server-side. Support tip: "data not in AEP" often = AEP service missing here, or wrong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holds extensions, data elements and rules. The embed script is what the site loads (via our Adobe Config panel).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data elements are like variables; rules are the functions that use them. 8 read the data layer, 2 are custom code (products array, identity), 1 assembles the XDM.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teaching point: the Event LISTENS for the camelCase data-layer name; the Action TYPE is the dotted XDM eventType. Mixing these up is the #1 "rule not firing"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sign-in the person is only an ECID. After sign-in the Email joins the identityMap and AEP merges the two into one profile via the identity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DevTools console live if you can. Show a purchase and expand the object so they see commerce.order, productListItems, identityMap and the attributes.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Assurance is the bridge between the browser and AEP. If it looks good here but not in AEP, the issue is datastream/dataset config, not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home turf for the team. Tie it back: the fields they see here are exactly the ones defined in the schema and populated by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team will screenshot for their own reference. Walk the funnel top-down: browser (Assurance) → datastream → dataset →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one-liner. This is the takeaway that lets them reason about any collection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inviting them to clone and try; offer to pair on wiring it to a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3840480" cy="3840480"/>
          </a:xfrm>
          <a:prstGeom prst="ellipse">
            <a:avLst/>
          </a:prstGeom>
          <a:solidFill>
            <a:srgbClr val="FF57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743200" cy="274320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🍔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Feastly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Data Collection → AEP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website sends streaming events, profile attributes and identity into Adobe Experience Platform — the simple, standard way.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9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demo for the AEP Support team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SESSION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know AEP. Today we look one step upstream.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3911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391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92024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website data is collected and shaped before it ever reaches AEP.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45643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564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33756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lives in AEP, but most "data is missing" issues start in Data Collection.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87375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873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75488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to look — data layer, rules, data elements, datastream — when data is wrong or absent.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click to a profile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4805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805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/ views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67128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59152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59152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50592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adobeDataLayer.push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70248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70248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(Launch)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Data Elements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81344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81344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181344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SDK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72784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sendEvent (XDM)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00416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92440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92440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routing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0353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FF572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353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000353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9497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+ Profile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only writes to the data layer. Everything downstream is configured in Adobe — no code changes to add or fix tracking.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most important slide — keep coming back to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 object (adobeDataLayer) the site pushes events into.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810512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in Tags (e.g. Web SDK, Client Data Layer).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89504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"variable" that reads a value (from the data layer).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7356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2889504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happens → do Y (e.g. on "purchase" → send event).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68496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(XDM)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agreed structure/shape of the data in AEP.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7356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3968496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config that routes Edge data to AEP (and others).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47488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user is — ECID (anon) + Email (known).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7356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05956" y="5047488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05956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person in AEP: identities + attributes + events.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206240"/>
            <a:ext cx="3474720" cy="347472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your team will hear — explained simply, with pictures.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Tag (Launch) property?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tracking "control room" — one container that holds everything you configure.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3931920"/>
          </a:xfrm>
          <a:prstGeom prst="roundRect">
            <a:avLst>
              <a:gd name="adj" fmla="val 2326"/>
            </a:avLst>
          </a:prstGeom>
          <a:solidFill>
            <a:srgbClr val="FBF4F0"/>
          </a:solidFill>
          <a:ln w="19050">
            <a:solidFill>
              <a:srgbClr val="FF5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Tag Property — “Feastly Web”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Plug-ins that add powers (Web SDK, Client Data Layer).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73018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73018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178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755898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variables that read values from the page.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1636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31636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368796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14516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happens → do Y (send an event).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90254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890254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027414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073134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 of changes you build &amp; publish.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Extension?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that gives the property new capabilities — like installing an app on your phone.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FF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basics: custom code, page-load events.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FF3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67784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04944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Web SDK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50664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events to the Edge / Datastream.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86928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FF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6928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24088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Client Data Layer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to adobeDataLayer pushes.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only need these two ➜ AEP Web SDK  +  Adobe Client Data Layer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 Element?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named, reusable "variable" that grabs a value once — so every rule can reuse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2B23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user: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email: "a@b.com"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722"/>
                </a:solidFill>
              </a:rPr>
              <a:t>▸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26334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182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“Feastly - user”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user from the data layer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5000"/>
            </a:avLst>
          </a:prstGeom>
          <a:ln w="19050">
            <a:solidFill>
              <a:srgbClr val="FF57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722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595360" y="2468880"/>
            <a:ext cx="3044952" cy="1828800"/>
          </a:xfrm>
          <a:prstGeom prst="roundRect">
            <a:avLst>
              <a:gd name="adj" fmla="val 4500"/>
            </a:avLst>
          </a:prstGeom>
          <a:solidFill>
            <a:srgbClr val="FFF3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0" y="2633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31821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in 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352044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references it — define once, use everywhere.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like a saved contact — set the number once, dial it from anywhere.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Rule?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logic: WHEN something happens → (optionally IF a condition) → DO an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FF57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EVENT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“purchase” is pushed to the data layer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722"/>
                </a:solidFill>
              </a:rPr>
              <a:t>▸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FFB3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340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CONDITION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If… (optional)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only on the checkout page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722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13816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2B23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3816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ACTION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do…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event to the Edge (Web SDK)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Event listens for the data-layer name (purchase). Action Type = the XDM eventType (commerce.purchases). Don't mix them up!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Flow &amp; Libraries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bundles your changes; you Build it, then promote it through environments.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379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4EE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9095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data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&amp; 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18004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722"/>
                </a:solidFill>
              </a:rPr>
              <a:t>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91740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4EEE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91740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28900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674620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155948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722"/>
                </a:solidFill>
              </a:rPr>
              <a:t>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9684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4EE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29684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🔨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466844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12564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to 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file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93892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722"/>
                </a:solidFill>
              </a:rPr>
              <a:t>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67628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FF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67628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304788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350508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site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831836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722"/>
                </a:solidFill>
              </a:rPr>
              <a:t>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05572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FF3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5572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🚦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8142732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188452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approval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669780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722"/>
                </a:solidFill>
              </a:rPr>
              <a:t>▸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84351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FF3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4351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🚀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998067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002639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 users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demo we build to Development and embed that script — the same flow scales to Staging → Production.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Datastream pipeline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SDK sends ONE event to the Edge. The datastream decides which Adobe apps receive it — server-side.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Browser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SDK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722"/>
                </a:solidFill>
              </a:rPr>
              <a:t>▸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Edge Network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Datastream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5722"/>
                </a:solidFill>
              </a:rPr>
              <a:t>▸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903720" y="214884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FF57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2258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AEP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651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+ datasets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5722"/>
                </a:solidFill>
              </a:rPr>
              <a:t>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03720" y="333756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3A302B"/>
          </a:solidFill>
          <a:ln w="12700">
            <a:solidFill>
              <a:srgbClr val="5A4E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3447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Analytics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(optional)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5722"/>
                </a:solidFill>
              </a:rPr>
              <a:t>▸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452628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3A302B"/>
          </a:solidFill>
          <a:ln w="12700">
            <a:solidFill>
              <a:srgbClr val="5A4E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0" y="46360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Target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 (optional)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Feastly enables only AEP — but the same event could feed all three without touching the website.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AEP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XDM Schema — the shape of the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Class: ExperienceEvent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of record — a time-stamped event.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groups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SDK EE + Commerce + custom "Feastly Details".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Email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as an identity so AEP can stitch people.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→ Profile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for Profile so events build real-time profiles.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"Feastly Order Event" — show the field tree (_yourtenant.food / attributes / rating, commerce, identityMap).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Datastream — the routing switchboard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datastream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"Feastly Web SDK" — the server-side config.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Experience Platform service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and pointed at the Feastly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ID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SDK sends to this ID at the Edge.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event can also go to Analytics, Target, etc.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"Feastly Web SDK" — show the AEP service added + the Datastream ID.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(Launch) property + extensions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"Feastly Web"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for all collection logic.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Web SDK extension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with the datastream + Org ID.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Client Data Layer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to adobeDataLayer pushes.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embed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library, embed the script on the site.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property "Feastly Web" — show Extensions (Web SDK + Client Data Layer) installed.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Elements — reusable variables (11)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reads one value from the data layer, so rules stay simple and consistent.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name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3756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1540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9828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044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0936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1540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9828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productListItems*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33756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0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identityMap*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Feastly - XDM**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48640" y="49606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4178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Elements list in Tags — show the 11 "Feastly - ..." elements.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Custom Code   ** XDM Object (builds the final payload)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— one per event (13)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rule: WHEN a data-layer event fires → SEND the XDM event to the Edge.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4728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Menu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620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2512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44575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View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3756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4728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From Cart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620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91540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2512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2512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44575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836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7899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Rating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33756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44728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86791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12648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620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3620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5683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91540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2512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2512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44575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Update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388620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397764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977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78992" y="3886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59" name="Text 57"/>
          <p:cNvSpPr txBox="1"/>
          <p:nvPr/>
        </p:nvSpPr>
        <p:spPr>
          <a:xfrm>
            <a:off x="822960" y="53949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rule (e.g. "Feastly - Purchase") — show its Event (listen for "purchase") + Action (Send event, type commerce.purchases).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PROFILE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→ Known: how one profile forms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🕶️  Anonymous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Web SDK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39319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Signed 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identity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identityMap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722"/>
                </a:solidFill>
              </a:rPr>
              <a:t>▸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5852160" y="2834640"/>
            <a:ext cx="5120640" cy="2103120"/>
          </a:xfrm>
          <a:prstGeom prst="roundRect">
            <a:avLst>
              <a:gd name="adj" fmla="val 5217"/>
            </a:avLst>
          </a:prstGeom>
          <a:solidFill>
            <a:srgbClr val="FF57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🧑‍🤝‍🧑  One AEP Profile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 stitches ECID ↔ Email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931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attributes (loyalty, diet, cuisine, city)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event history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stitching is exactly what support debugs when "two profiles should be one."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becomes an event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→ add to cart → checkout → purchase → rate. Each click pushes a clean event to the data layer, which the console prints.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Feastly site — the home/menu page (the running website).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22392" cy="4206240"/>
          </a:xfrm>
          <a:prstGeom prst="roundRect">
            <a:avLst>
              <a:gd name="adj" fmla="val 1739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217920" y="3566160"/>
            <a:ext cx="5422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402336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console — the "[Feastly][dataLayer] purchase" log with the payload expanded.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Adobe Assurance — watch it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session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Scan/enter the URL to attach the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chain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event → rule fired → sendEvent.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XDM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exact payload leaving the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response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200 means the Edge accepted the event.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— the event list with a "purchase" selected, showing the XDM payload + Edge 200.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 the data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→ Preview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rows arriving in the Feastly dataset.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Batch/streaming ingestion success or failures.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→ Lookup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person by Email or ECID.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ECID ↔ Email linked; events + attributes.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— Profile lookup showing attributes + event timeline (and the identity graph tab).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PLAYBOOK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data is missing — where to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not firing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"listen for" ≠ the data-layer name (camelCase, no dots).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595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54596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/ wrong XDM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4596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 path typo, or field not in the schema.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in AEP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missing the AEP service, or wrong dataset.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595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4596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not stitching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54596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 marked as an identity, or not in identityMap.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at all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embed not on the page / wrong environment build.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5956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054596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 metrics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4596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event fired twice, or state bleeding between events.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MENTAL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remember one 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website only speaks the data layer. Tags translates it to XDM, the Web SDK ships it to the datastream, and the datastream routes it to AEP.”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= what happened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elements = variables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= when → send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1540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982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= where it goes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846320"/>
            <a:ext cx="3108960" cy="3108960"/>
          </a:xfrm>
          <a:prstGeom prst="ellipse">
            <a:avLst/>
          </a:prstGeom>
          <a:solidFill>
            <a:srgbClr val="FFF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repo, run it, then point it at your own Adobe via the ⚙ Adobe Config panel.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8686800" cy="731520"/>
          </a:xfrm>
          <a:prstGeom prst="roundRect">
            <a:avLst>
              <a:gd name="adj" fmla="val 10000"/>
            </a:avLst>
          </a:prstGeom>
          <a:solidFill>
            <a:srgbClr val="2B23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github.com/princeparvat80/aep-data-collection-food-demo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 npm install  →  npm run dev  →  http://localhost:5175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open the console and trace an event together.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Feastly — Data Collection to AEP</dc:title>
  <dc:subject>PptxGenJS Presentation</dc:subject>
  <dc:creator>Feastly Demo</dc:creator>
  <cp:lastModifiedBy>Feastly Demo</cp:lastModifiedBy>
  <cp:revision>1</cp:revision>
  <dcterms:created xsi:type="dcterms:W3CDTF">2026-09-27T13:52:16Z</dcterms:created>
  <dcterms:modified xsi:type="dcterms:W3CDTF">2026-09-27T13:52:16Z</dcterms:modified>
</cp:coreProperties>
</file>